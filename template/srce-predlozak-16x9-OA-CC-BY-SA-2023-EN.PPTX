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</p:sldMasterIdLst>
  <p:notesMasterIdLst>
    <p:notesMasterId r:id="rId8"/>
  </p:notesMasterIdLst>
  <p:handoutMasterIdLst>
    <p:handoutMasterId r:id="rId9"/>
  </p:handoutMasterIdLst>
  <p:sldIdLst>
    <p:sldId id="256" r:id="rId3"/>
    <p:sldId id="259" r:id="rId4"/>
    <p:sldId id="260" r:id="rId5"/>
    <p:sldId id="258" r:id="rId6"/>
    <p:sldId id="257" r:id="rId7"/>
  </p:sldIdLst>
  <p:sldSz cx="9144000" cy="5143500" type="screen16x9"/>
  <p:notesSz cx="6797675" cy="9926638"/>
  <p:defaultTextStyle>
    <a:defPPr>
      <a:defRPr lang="sr-Latn-R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72A"/>
    <a:srgbClr val="C00000"/>
    <a:srgbClr val="D7182A"/>
    <a:srgbClr val="CC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948" autoAdjust="0"/>
  </p:normalViewPr>
  <p:slideViewPr>
    <p:cSldViewPr snapToGrid="0">
      <p:cViewPr varScale="1">
        <p:scale>
          <a:sx n="216" d="100"/>
          <a:sy n="216" d="100"/>
        </p:scale>
        <p:origin x="248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3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50D298-190E-4DD2-B841-3A4B9527E1C1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hr-HR"/>
        </a:p>
      </dgm:t>
    </dgm:pt>
    <dgm:pt modelId="{8EB81C1E-A76C-4685-9941-D957A022771B}">
      <dgm:prSet/>
      <dgm:spPr/>
      <dgm:t>
        <a:bodyPr/>
        <a:lstStyle/>
        <a:p>
          <a:r>
            <a:rPr lang="hr-HR" dirty="0" err="1"/>
            <a:t>Lorem</a:t>
          </a:r>
          <a:r>
            <a:rPr lang="hr-HR" dirty="0"/>
            <a:t> </a:t>
          </a:r>
          <a:r>
            <a:rPr lang="hr-HR"/>
            <a:t>ipsum</a:t>
          </a:r>
          <a:endParaRPr lang="hr-HR" dirty="0"/>
        </a:p>
      </dgm:t>
    </dgm:pt>
    <dgm:pt modelId="{A26CE75E-01EC-4646-B7F3-51AEE913369B}" type="parTrans" cxnId="{6F130A4D-7153-4D90-8309-7BD5234C402F}">
      <dgm:prSet/>
      <dgm:spPr/>
      <dgm:t>
        <a:bodyPr/>
        <a:lstStyle/>
        <a:p>
          <a:endParaRPr lang="hr-HR"/>
        </a:p>
      </dgm:t>
    </dgm:pt>
    <dgm:pt modelId="{6ED76BE8-0164-47C0-933D-FC1F4D4BEA5F}" type="sibTrans" cxnId="{6F130A4D-7153-4D90-8309-7BD5234C402F}">
      <dgm:prSet/>
      <dgm:spPr/>
      <dgm:t>
        <a:bodyPr/>
        <a:lstStyle/>
        <a:p>
          <a:endParaRPr lang="hr-HR"/>
        </a:p>
      </dgm:t>
    </dgm:pt>
    <dgm:pt modelId="{119062F4-7B4A-4D0B-BAB3-02EC026A4AC9}">
      <dgm:prSet/>
      <dgm:spPr/>
      <dgm:t>
        <a:bodyPr/>
        <a:lstStyle/>
        <a:p>
          <a:r>
            <a:rPr lang="hr-HR"/>
            <a:t>Lorem ipsum</a:t>
          </a:r>
        </a:p>
      </dgm:t>
    </dgm:pt>
    <dgm:pt modelId="{BF6F0FC9-365E-40D0-B723-9EC734F72C1B}" type="parTrans" cxnId="{03B3344C-3DDC-4A9E-AD03-FA3029FB1A14}">
      <dgm:prSet/>
      <dgm:spPr/>
      <dgm:t>
        <a:bodyPr/>
        <a:lstStyle/>
        <a:p>
          <a:endParaRPr lang="hr-HR"/>
        </a:p>
      </dgm:t>
    </dgm:pt>
    <dgm:pt modelId="{F4042349-39A2-4E01-883D-70031F51E1A7}" type="sibTrans" cxnId="{03B3344C-3DDC-4A9E-AD03-FA3029FB1A14}">
      <dgm:prSet/>
      <dgm:spPr/>
      <dgm:t>
        <a:bodyPr/>
        <a:lstStyle/>
        <a:p>
          <a:endParaRPr lang="hr-HR"/>
        </a:p>
      </dgm:t>
    </dgm:pt>
    <dgm:pt modelId="{4675EF1A-78CB-4568-953B-716FB4A7448A}">
      <dgm:prSet/>
      <dgm:spPr/>
      <dgm:t>
        <a:bodyPr/>
        <a:lstStyle/>
        <a:p>
          <a:r>
            <a:rPr lang="hr-HR"/>
            <a:t>Lorem ipsum</a:t>
          </a:r>
        </a:p>
      </dgm:t>
    </dgm:pt>
    <dgm:pt modelId="{D08A09BC-C39A-4BF8-9A71-372C5D59571A}" type="parTrans" cxnId="{F7B8D31A-C89B-468B-9116-CEFB0BDAF1B4}">
      <dgm:prSet/>
      <dgm:spPr/>
      <dgm:t>
        <a:bodyPr/>
        <a:lstStyle/>
        <a:p>
          <a:endParaRPr lang="hr-HR"/>
        </a:p>
      </dgm:t>
    </dgm:pt>
    <dgm:pt modelId="{3CC9D191-78DF-433A-A01B-939A61A3BE97}" type="sibTrans" cxnId="{F7B8D31A-C89B-468B-9116-CEFB0BDAF1B4}">
      <dgm:prSet/>
      <dgm:spPr/>
      <dgm:t>
        <a:bodyPr/>
        <a:lstStyle/>
        <a:p>
          <a:endParaRPr lang="hr-HR"/>
        </a:p>
      </dgm:t>
    </dgm:pt>
    <dgm:pt modelId="{EB67B523-F0EC-47AA-ABB8-08F14D8D67C5}" type="pres">
      <dgm:prSet presAssocID="{E950D298-190E-4DD2-B841-3A4B9527E1C1}" presName="linear" presStyleCnt="0">
        <dgm:presLayoutVars>
          <dgm:animLvl val="lvl"/>
          <dgm:resizeHandles val="exact"/>
        </dgm:presLayoutVars>
      </dgm:prSet>
      <dgm:spPr/>
    </dgm:pt>
    <dgm:pt modelId="{0FB53346-CCF7-4CAC-98E6-91B5BE003B5B}" type="pres">
      <dgm:prSet presAssocID="{8EB81C1E-A76C-4685-9941-D957A02277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10B810-299D-4C6C-86FB-39F0CBF1172C}" type="pres">
      <dgm:prSet presAssocID="{6ED76BE8-0164-47C0-933D-FC1F4D4BEA5F}" presName="spacer" presStyleCnt="0"/>
      <dgm:spPr/>
    </dgm:pt>
    <dgm:pt modelId="{9C178148-6780-48E4-AA5E-5001E4AF0E06}" type="pres">
      <dgm:prSet presAssocID="{119062F4-7B4A-4D0B-BAB3-02EC026A4A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4662955-18DB-4AB4-9AB7-1614DDD99F01}" type="pres">
      <dgm:prSet presAssocID="{F4042349-39A2-4E01-883D-70031F51E1A7}" presName="spacer" presStyleCnt="0"/>
      <dgm:spPr/>
    </dgm:pt>
    <dgm:pt modelId="{724F2B8C-3F73-43D6-B88C-E6317D97BC93}" type="pres">
      <dgm:prSet presAssocID="{4675EF1A-78CB-4568-953B-716FB4A744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7B8D31A-C89B-468B-9116-CEFB0BDAF1B4}" srcId="{E950D298-190E-4DD2-B841-3A4B9527E1C1}" destId="{4675EF1A-78CB-4568-953B-716FB4A7448A}" srcOrd="2" destOrd="0" parTransId="{D08A09BC-C39A-4BF8-9A71-372C5D59571A}" sibTransId="{3CC9D191-78DF-433A-A01B-939A61A3BE97}"/>
    <dgm:cxn modelId="{ADD2603E-E58C-40AA-9BB2-76F928E9A9DD}" type="presOf" srcId="{8EB81C1E-A76C-4685-9941-D957A022771B}" destId="{0FB53346-CCF7-4CAC-98E6-91B5BE003B5B}" srcOrd="0" destOrd="0" presId="urn:microsoft.com/office/officeart/2005/8/layout/vList2"/>
    <dgm:cxn modelId="{03B3344C-3DDC-4A9E-AD03-FA3029FB1A14}" srcId="{E950D298-190E-4DD2-B841-3A4B9527E1C1}" destId="{119062F4-7B4A-4D0B-BAB3-02EC026A4AC9}" srcOrd="1" destOrd="0" parTransId="{BF6F0FC9-365E-40D0-B723-9EC734F72C1B}" sibTransId="{F4042349-39A2-4E01-883D-70031F51E1A7}"/>
    <dgm:cxn modelId="{6F130A4D-7153-4D90-8309-7BD5234C402F}" srcId="{E950D298-190E-4DD2-B841-3A4B9527E1C1}" destId="{8EB81C1E-A76C-4685-9941-D957A022771B}" srcOrd="0" destOrd="0" parTransId="{A26CE75E-01EC-4646-B7F3-51AEE913369B}" sibTransId="{6ED76BE8-0164-47C0-933D-FC1F4D4BEA5F}"/>
    <dgm:cxn modelId="{EC282685-DF40-48FD-84FE-C1CDE5AD48A0}" type="presOf" srcId="{119062F4-7B4A-4D0B-BAB3-02EC026A4AC9}" destId="{9C178148-6780-48E4-AA5E-5001E4AF0E06}" srcOrd="0" destOrd="0" presId="urn:microsoft.com/office/officeart/2005/8/layout/vList2"/>
    <dgm:cxn modelId="{E6FB819D-B80E-4218-BC78-B662E6192B5A}" type="presOf" srcId="{4675EF1A-78CB-4568-953B-716FB4A7448A}" destId="{724F2B8C-3F73-43D6-B88C-E6317D97BC93}" srcOrd="0" destOrd="0" presId="urn:microsoft.com/office/officeart/2005/8/layout/vList2"/>
    <dgm:cxn modelId="{5AF6A7AE-1EA6-4D02-815A-CCAFC6540901}" type="presOf" srcId="{E950D298-190E-4DD2-B841-3A4B9527E1C1}" destId="{EB67B523-F0EC-47AA-ABB8-08F14D8D67C5}" srcOrd="0" destOrd="0" presId="urn:microsoft.com/office/officeart/2005/8/layout/vList2"/>
    <dgm:cxn modelId="{9FC48B91-E63E-4660-B6D0-3A38EB43439A}" type="presParOf" srcId="{EB67B523-F0EC-47AA-ABB8-08F14D8D67C5}" destId="{0FB53346-CCF7-4CAC-98E6-91B5BE003B5B}" srcOrd="0" destOrd="0" presId="urn:microsoft.com/office/officeart/2005/8/layout/vList2"/>
    <dgm:cxn modelId="{D261006B-CEB8-497C-9E05-6A2C8D95AD5D}" type="presParOf" srcId="{EB67B523-F0EC-47AA-ABB8-08F14D8D67C5}" destId="{D910B810-299D-4C6C-86FB-39F0CBF1172C}" srcOrd="1" destOrd="0" presId="urn:microsoft.com/office/officeart/2005/8/layout/vList2"/>
    <dgm:cxn modelId="{63AF0AB7-D1BD-4215-A333-4C2E25FE279C}" type="presParOf" srcId="{EB67B523-F0EC-47AA-ABB8-08F14D8D67C5}" destId="{9C178148-6780-48E4-AA5E-5001E4AF0E06}" srcOrd="2" destOrd="0" presId="urn:microsoft.com/office/officeart/2005/8/layout/vList2"/>
    <dgm:cxn modelId="{FF29D149-ED01-4BD4-AFA6-5FA7E346BD0C}" type="presParOf" srcId="{EB67B523-F0EC-47AA-ABB8-08F14D8D67C5}" destId="{64662955-18DB-4AB4-9AB7-1614DDD99F01}" srcOrd="3" destOrd="0" presId="urn:microsoft.com/office/officeart/2005/8/layout/vList2"/>
    <dgm:cxn modelId="{1010F4B0-F6A3-4F51-996C-E3D48A6DFE62}" type="presParOf" srcId="{EB67B523-F0EC-47AA-ABB8-08F14D8D67C5}" destId="{724F2B8C-3F73-43D6-B88C-E6317D97BC9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53346-CCF7-4CAC-98E6-91B5BE003B5B}">
      <dsp:nvSpPr>
        <dsp:cNvPr id="0" name=""/>
        <dsp:cNvSpPr/>
      </dsp:nvSpPr>
      <dsp:spPr>
        <a:xfrm>
          <a:off x="0" y="13230"/>
          <a:ext cx="6858000" cy="37440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 dirty="0" err="1"/>
            <a:t>Lorem</a:t>
          </a:r>
          <a:r>
            <a:rPr lang="hr-HR" sz="1600" kern="1200" dirty="0"/>
            <a:t> </a:t>
          </a:r>
          <a:r>
            <a:rPr lang="hr-HR" sz="1600" kern="1200"/>
            <a:t>ipsum</a:t>
          </a:r>
          <a:endParaRPr lang="hr-HR" sz="1600" kern="1200" dirty="0"/>
        </a:p>
      </dsp:txBody>
      <dsp:txXfrm>
        <a:off x="18277" y="31507"/>
        <a:ext cx="6821446" cy="337846"/>
      </dsp:txXfrm>
    </dsp:sp>
    <dsp:sp modelId="{9C178148-6780-48E4-AA5E-5001E4AF0E06}">
      <dsp:nvSpPr>
        <dsp:cNvPr id="0" name=""/>
        <dsp:cNvSpPr/>
      </dsp:nvSpPr>
      <dsp:spPr>
        <a:xfrm>
          <a:off x="0" y="433711"/>
          <a:ext cx="6858000" cy="374400"/>
        </a:xfrm>
        <a:prstGeom prst="roundRect">
          <a:avLst/>
        </a:prstGeom>
        <a:solidFill>
          <a:schemeClr val="accent1">
            <a:shade val="80000"/>
            <a:hueOff val="190926"/>
            <a:satOff val="-11678"/>
            <a:lumOff val="161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Lorem ipsum</a:t>
          </a:r>
        </a:p>
      </dsp:txBody>
      <dsp:txXfrm>
        <a:off x="18277" y="451988"/>
        <a:ext cx="6821446" cy="337846"/>
      </dsp:txXfrm>
    </dsp:sp>
    <dsp:sp modelId="{724F2B8C-3F73-43D6-B88C-E6317D97BC93}">
      <dsp:nvSpPr>
        <dsp:cNvPr id="0" name=""/>
        <dsp:cNvSpPr/>
      </dsp:nvSpPr>
      <dsp:spPr>
        <a:xfrm>
          <a:off x="0" y="854191"/>
          <a:ext cx="6858000" cy="374400"/>
        </a:xfrm>
        <a:prstGeom prst="roundRect">
          <a:avLst/>
        </a:prstGeom>
        <a:solidFill>
          <a:schemeClr val="accent1">
            <a:shade val="80000"/>
            <a:hueOff val="381852"/>
            <a:satOff val="-23357"/>
            <a:lumOff val="322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600" kern="1200"/>
            <a:t>Lorem ipsum</a:t>
          </a:r>
        </a:p>
      </dsp:txBody>
      <dsp:txXfrm>
        <a:off x="18277" y="872468"/>
        <a:ext cx="6821446" cy="337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rce.unizg.hr/" TargetMode="External"/><Relationship Id="rId2" Type="http://schemas.openxmlformats.org/officeDocument/2006/relationships/image" Target="../media/image6.png"/><Relationship Id="rId1" Type="http://schemas.openxmlformats.org/officeDocument/2006/relationships/theme" Target="../theme/theme4.xml"/><Relationship Id="rId4" Type="http://schemas.openxmlformats.org/officeDocument/2006/relationships/image" Target="../media/image7.gi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853DB-230B-4F3D-B9BF-250411BF9C4B}" type="datetimeFigureOut">
              <a:rPr lang="hr-HR" smtClean="0"/>
              <a:t>06.09.2023.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A04F5-5F63-4D08-AD88-EB891A182B2F}" type="slidenum">
              <a:rPr lang="hr-HR" smtClean="0"/>
              <a:t>‹#›</a:t>
            </a:fld>
            <a:endParaRPr lang="hr-H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24" y="9029196"/>
            <a:ext cx="685385" cy="270000"/>
          </a:xfrm>
          <a:prstGeom prst="rect">
            <a:avLst/>
          </a:prstGeom>
        </p:spPr>
      </p:pic>
      <p:pic>
        <p:nvPicPr>
          <p:cNvPr id="7" name="Picture 6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2" y="8948196"/>
            <a:ext cx="110798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41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rce.unizg.hr/" TargetMode="External"/><Relationship Id="rId2" Type="http://schemas.openxmlformats.org/officeDocument/2006/relationships/image" Target="../media/image6.png"/><Relationship Id="rId1" Type="http://schemas.openxmlformats.org/officeDocument/2006/relationships/theme" Target="../theme/theme3.xml"/><Relationship Id="rId4" Type="http://schemas.openxmlformats.org/officeDocument/2006/relationships/image" Target="../media/image7.gi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F9046-B63C-4A32-BE1A-8D8BC0B360B6}" type="datetimeFigureOut">
              <a:rPr lang="hr-HR" smtClean="0"/>
              <a:t>06.09.2023.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95B1D-EC5B-426D-9BEA-45F6C2B62C27}" type="slidenum">
              <a:rPr lang="hr-HR" smtClean="0"/>
              <a:t>‹#›</a:t>
            </a:fld>
            <a:endParaRPr lang="hr-H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24" y="9004812"/>
            <a:ext cx="685385" cy="270000"/>
          </a:xfrm>
          <a:prstGeom prst="rect">
            <a:avLst/>
          </a:prstGeom>
        </p:spPr>
      </p:pic>
      <p:pic>
        <p:nvPicPr>
          <p:cNvPr id="9" name="Picture 8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2" y="8923812"/>
            <a:ext cx="110798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6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095B1D-EC5B-426D-9BEA-45F6C2B62C27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039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://www.srce.unizg.hr/oa-and-oer" TargetMode="External"/><Relationship Id="rId4" Type="http://schemas.openxmlformats.org/officeDocument/2006/relationships/hyperlink" Target="http://www.srce.unizg.hr/en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datni naslovni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53A74F-4DD0-138A-975C-5030F8A82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0" y="1947513"/>
            <a:ext cx="5143500" cy="542415"/>
          </a:xfrm>
        </p:spPr>
        <p:txBody>
          <a:bodyPr anchor="b">
            <a:normAutofit/>
          </a:bodyPr>
          <a:lstStyle>
            <a:lvl1pPr algn="ctr">
              <a:defRPr sz="23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25F8E03-8A89-5F11-2482-9205EF7B5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0" y="2732813"/>
            <a:ext cx="5143500" cy="1241822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57169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1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9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  <a:endParaRPr lang="hr-HR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F21C0B-EC09-4837-B2A6-D55A3986B074}"/>
              </a:ext>
            </a:extLst>
          </p:cNvPr>
          <p:cNvCxnSpPr>
            <a:cxnSpLocks/>
          </p:cNvCxnSpPr>
          <p:nvPr userDrawn="1"/>
        </p:nvCxnSpPr>
        <p:spPr>
          <a:xfrm>
            <a:off x="1615381" y="2611370"/>
            <a:ext cx="59150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1203A-8389-4407-B8F7-C973881A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DA643-4B17-4449-8A42-ABBA6F7B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7115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384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1DF59-73D0-4DF0-9982-CD5B8560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9ECA6-BA02-410C-B915-5AE26AEF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7653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1748DB3-FA31-1911-AAF3-D9A18CEC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975" y="1874519"/>
            <a:ext cx="5915025" cy="378215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2558BF4-1C49-4404-8F31-516B6C444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975" y="2422553"/>
            <a:ext cx="5915025" cy="112514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57169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1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34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5F42F8-6F72-C635-A622-A932D2286450}"/>
              </a:ext>
            </a:extLst>
          </p:cNvPr>
          <p:cNvCxnSpPr>
            <a:cxnSpLocks/>
          </p:cNvCxnSpPr>
          <p:nvPr userDrawn="1"/>
        </p:nvCxnSpPr>
        <p:spPr>
          <a:xfrm>
            <a:off x="1455440" y="2337643"/>
            <a:ext cx="59150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3B4F3-D24F-41BD-84AE-C0BBAFCC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440C0-A6B5-4CCA-A944-BFE62BAA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3753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384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073C8-AA68-4755-989D-8F0BD0D5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F567-ECC1-4D46-985D-680405EA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246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27384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B55CD-7217-4490-AB86-F25701AB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CBC03-1621-489A-A351-7562DE81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7913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384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CFEF19-0D93-24E5-035A-7045BEC950A8}"/>
              </a:ext>
            </a:extLst>
          </p:cNvPr>
          <p:cNvCxnSpPr>
            <a:cxnSpLocks/>
          </p:cNvCxnSpPr>
          <p:nvPr userDrawn="1"/>
        </p:nvCxnSpPr>
        <p:spPr>
          <a:xfrm>
            <a:off x="472381" y="1103811"/>
            <a:ext cx="823552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DD9D5-95B9-4716-89BE-3F3B720B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70C8F-8196-404C-A86B-43708398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3803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B5A8C-FE2A-4B41-A9C4-F9EDB111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4B3F9-96B8-4504-BFF2-BE9075AB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9763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300"/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4"/>
            <a:ext cx="4629151" cy="3655219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/>
            </a:lvl1pPr>
            <a:lvl2pPr marL="257169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1" indent="0">
              <a:buNone/>
              <a:defRPr sz="563"/>
            </a:lvl7pPr>
            <a:lvl8pPr marL="1800180" indent="0">
              <a:buNone/>
              <a:defRPr sz="563"/>
            </a:lvl8pPr>
            <a:lvl9pPr marL="2057349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24A0A-BF40-4DD1-8AC9-C8328B16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0A949-489C-4758-ABF6-A59D55E7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3783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300"/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4"/>
            <a:ext cx="4629151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69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1" indent="0">
              <a:buNone/>
              <a:defRPr sz="1125"/>
            </a:lvl7pPr>
            <a:lvl8pPr marL="1800180" indent="0">
              <a:buNone/>
              <a:defRPr sz="1125"/>
            </a:lvl8pPr>
            <a:lvl9pPr marL="2057349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/>
            </a:lvl1pPr>
            <a:lvl2pPr marL="257169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1" indent="0">
              <a:buNone/>
              <a:defRPr sz="563"/>
            </a:lvl7pPr>
            <a:lvl8pPr marL="1800180" indent="0">
              <a:buNone/>
              <a:defRPr sz="563"/>
            </a:lvl8pPr>
            <a:lvl9pPr marL="2057349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B6C6E-6A16-4BB0-BCC5-32930208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73FBF-8D9D-437D-A21E-A4500D968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4221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384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4C00A3-8776-D597-837E-E5B8F56EAE41}"/>
              </a:ext>
            </a:extLst>
          </p:cNvPr>
          <p:cNvCxnSpPr>
            <a:cxnSpLocks/>
          </p:cNvCxnSpPr>
          <p:nvPr userDrawn="1"/>
        </p:nvCxnSpPr>
        <p:spPr>
          <a:xfrm>
            <a:off x="472381" y="1103811"/>
            <a:ext cx="823552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85A2-60CD-4785-8FA6-1BD90F01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1CB3-FDEA-4387-B192-3D7AC74C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0802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6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6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66D38-F5E1-4834-996C-9E6C2D03D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443C5-0692-426F-854E-A39EE0A6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7321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slovni slaj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C1675-8FC3-4A2D-BB5A-64B1C52F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66B9C-E889-42E1-B13D-98B5708B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48652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adnji slaj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143000" y="372914"/>
            <a:ext cx="6858000" cy="13765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3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143000" y="1959747"/>
            <a:ext cx="6858000" cy="7593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257169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1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9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  <a:endParaRPr lang="hr-HR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07D68-00C3-4736-A054-845F5D7E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F94DF-CEB0-493E-9D2A-9FF48581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6BF208-F9A7-497F-AE49-15BF4615057A}"/>
              </a:ext>
            </a:extLst>
          </p:cNvPr>
          <p:cNvGrpSpPr/>
          <p:nvPr userDrawn="1"/>
        </p:nvGrpSpPr>
        <p:grpSpPr>
          <a:xfrm>
            <a:off x="752711" y="2939602"/>
            <a:ext cx="7638578" cy="1386739"/>
            <a:chOff x="846469" y="2939602"/>
            <a:chExt cx="7638578" cy="1386739"/>
          </a:xfrm>
        </p:grpSpPr>
        <p:sp>
          <p:nvSpPr>
            <p:cNvPr id="31" name="TextBox 30"/>
            <p:cNvSpPr txBox="1"/>
            <p:nvPr userDrawn="1"/>
          </p:nvSpPr>
          <p:spPr>
            <a:xfrm>
              <a:off x="5785047" y="2939603"/>
              <a:ext cx="27000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/>
              <a:r>
                <a:rPr lang="hr-HR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</a:t>
              </a:r>
              <a:r>
                <a:rPr lang="en-US" sz="700" b="0" kern="1200" dirty="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ccording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to the Open Access Policy,</a:t>
              </a:r>
              <a:r>
                <a:rPr lang="hr-HR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Srce ensures that 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all research data made by </a:t>
              </a:r>
              <a:r>
                <a:rPr lang="en-US" sz="700" b="0" kern="1200" dirty="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Srce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is accessible and free to use by the general public, especially educational and professional information and content derived from the actions and work of </a:t>
              </a:r>
              <a:r>
                <a:rPr lang="en-US" sz="700" b="0" kern="1200" dirty="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Srce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lang="hr-HR" sz="700" b="0" kern="1200" dirty="0">
                <a:solidFill>
                  <a:srgbClr val="CC3C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2" name="Picture 3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8836" y="4035669"/>
              <a:ext cx="712422" cy="28152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 userDrawn="1"/>
          </p:nvSpPr>
          <p:spPr>
            <a:xfrm>
              <a:off x="2485963" y="2939603"/>
              <a:ext cx="28379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/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This material is available under the Creative</a:t>
              </a:r>
              <a:r>
                <a:rPr lang="hr-HR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Commons License </a:t>
              </a:r>
              <a:r>
                <a:rPr lang="en-US" sz="700" b="0" i="1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Attribution-</a:t>
              </a:r>
              <a:r>
                <a:rPr lang="en-US" sz="700" b="0" i="1" kern="1200" dirty="0" err="1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ShareAlike</a:t>
              </a:r>
              <a:r>
                <a:rPr lang="en-US" sz="700" b="0" i="1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lang="en-US" sz="700" b="0" i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4.0 International</a:t>
              </a:r>
              <a:r>
                <a:rPr lang="en-US" sz="700" b="0" kern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lang="hr-HR" sz="700" b="1" u="none" kern="1200" dirty="0">
                <a:solidFill>
                  <a:srgbClr val="CC3C0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 userDrawn="1"/>
          </p:nvSpPr>
          <p:spPr>
            <a:xfrm>
              <a:off x="846469" y="3712303"/>
              <a:ext cx="115142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700" b="1" u="none" kern="12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www.srce.unizg.hr/en</a:t>
              </a:r>
              <a:endParaRPr lang="hr-HR" sz="700" b="1" u="none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2776936" y="3712303"/>
              <a:ext cx="2256019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700" b="1" u="sng" kern="12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creativecommons.org/</a:t>
              </a:r>
              <a:r>
                <a:rPr lang="hr-HR" sz="700" b="1" u="sng" kern="1200" dirty="0" err="1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licenses</a:t>
              </a:r>
              <a:r>
                <a:rPr lang="hr-HR" sz="700" b="1" u="sng" kern="12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/</a:t>
              </a:r>
              <a:r>
                <a:rPr lang="hr-HR" sz="700" b="1" u="sng" kern="1200" dirty="0" err="1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by</a:t>
              </a:r>
              <a:r>
                <a:rPr lang="hr-HR" sz="700" b="1" u="sng" kern="12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-sa/4.0/</a:t>
              </a:r>
              <a:r>
                <a:rPr lang="hr-HR" sz="700" b="1" u="sng" kern="1200" dirty="0" err="1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deed.en</a:t>
              </a:r>
              <a:endParaRPr lang="hr-HR" sz="700" b="1" u="sng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6406306" y="3712303"/>
              <a:ext cx="1457482" cy="2000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700" b="1" u="none" kern="1200" dirty="0">
                  <a:solidFill>
                    <a:schemeClr val="accent1"/>
                  </a:solidFill>
                  <a:effectLst/>
                  <a:latin typeface="Arial" panose="020B0604020202020204" pitchFamily="34" charset="0"/>
                  <a:ea typeface="+mn-ea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www.srce.unizg.hr/oa-and-oer</a:t>
              </a:r>
              <a:endParaRPr lang="hr-HR" sz="700" b="1" u="none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2547" y="4035085"/>
              <a:ext cx="824797" cy="291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A5A2C9-046E-4988-A05A-AFB9A6A346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6469" y="2939602"/>
              <a:ext cx="1151429" cy="552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373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14062E9D-142C-F67B-5C19-22A0FB32C9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44601" y="1744197"/>
            <a:ext cx="5254797" cy="2384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88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5F123A9-AD7D-AED8-46ED-E29893A0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2437545"/>
            <a:ext cx="5915025" cy="416061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E4BFF0-D125-86A7-CCAE-B468AC558A40}"/>
              </a:ext>
            </a:extLst>
          </p:cNvPr>
          <p:cNvCxnSpPr>
            <a:cxnSpLocks/>
          </p:cNvCxnSpPr>
          <p:nvPr userDrawn="1"/>
        </p:nvCxnSpPr>
        <p:spPr>
          <a:xfrm>
            <a:off x="1614488" y="2977703"/>
            <a:ext cx="59150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C3D1E7A-3A7F-4429-9D94-A0233046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4488" y="3079057"/>
            <a:ext cx="5915025" cy="11251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57169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1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34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4693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A99239-FD53-9984-76A9-B48DEFFE886B}"/>
              </a:ext>
            </a:extLst>
          </p:cNvPr>
          <p:cNvCxnSpPr/>
          <p:nvPr userDrawn="1"/>
        </p:nvCxnSpPr>
        <p:spPr>
          <a:xfrm>
            <a:off x="1659487" y="4733923"/>
            <a:ext cx="0" cy="256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61B1C1-1DFF-4411-534B-3764D3A4C50A}"/>
              </a:ext>
            </a:extLst>
          </p:cNvPr>
          <p:cNvCxnSpPr/>
          <p:nvPr userDrawn="1"/>
        </p:nvCxnSpPr>
        <p:spPr>
          <a:xfrm>
            <a:off x="7487337" y="4733923"/>
            <a:ext cx="0" cy="256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51862D-108B-5E80-3537-5ACE387D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FA6F22B-D305-10FD-132B-93D5797AB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E4773-5DB7-43BF-B89F-812758881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62850" y="4767263"/>
            <a:ext cx="129677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i="1">
                <a:solidFill>
                  <a:schemeClr val="tx1"/>
                </a:solidFill>
              </a:defRPr>
            </a:lvl1pPr>
          </a:lstStyle>
          <a:p>
            <a:r>
              <a:rPr lang="hr-HR" dirty="0"/>
              <a:t>DATUM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25641-CBD2-4938-977E-791E85E15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611" y="4767263"/>
            <a:ext cx="5120051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i="1">
                <a:solidFill>
                  <a:schemeClr val="tx1"/>
                </a:solidFill>
              </a:defRPr>
            </a:lvl1pPr>
          </a:lstStyle>
          <a:p>
            <a:r>
              <a:rPr lang="hr-HR" dirty="0"/>
              <a:t>NAZIV DOGAĐANJA</a:t>
            </a:r>
          </a:p>
        </p:txBody>
      </p:sp>
    </p:spTree>
    <p:extLst>
      <p:ext uri="{BB962C8B-B14F-4D97-AF65-F5344CB8AC3E}">
        <p14:creationId xmlns:p14="http://schemas.microsoft.com/office/powerpoint/2010/main" val="137011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9" r:id="rId12"/>
    <p:sldLayoutId id="2147483690" r:id="rId13"/>
  </p:sldLayoutIdLst>
  <p:hf sldNum="0" hdr="0"/>
  <p:txStyles>
    <p:titleStyle>
      <a:lvl1pPr algn="ctr" defTabSz="514337" rtl="0" eaLnBrk="1" latinLnBrk="0" hangingPunct="1">
        <a:lnSpc>
          <a:spcPct val="90000"/>
        </a:lnSpc>
        <a:spcBef>
          <a:spcPct val="0"/>
        </a:spcBef>
        <a:buNone/>
        <a:defRPr sz="2025" b="1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8585" indent="-128585" algn="l" defTabSz="514337" rtl="0" eaLnBrk="1" latinLnBrk="0" hangingPunct="1">
        <a:lnSpc>
          <a:spcPct val="90000"/>
        </a:lnSpc>
        <a:spcBef>
          <a:spcPts val="563"/>
        </a:spcBef>
        <a:buClr>
          <a:srgbClr val="C00000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90000"/>
        </a:lnSpc>
        <a:spcBef>
          <a:spcPts val="281"/>
        </a:spcBef>
        <a:buClr>
          <a:srgbClr val="C00000"/>
        </a:buClr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90000"/>
        </a:lnSpc>
        <a:spcBef>
          <a:spcPts val="281"/>
        </a:spcBef>
        <a:buClr>
          <a:srgbClr val="C00000"/>
        </a:buClr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90000"/>
        </a:lnSpc>
        <a:spcBef>
          <a:spcPts val="281"/>
        </a:spcBef>
        <a:buClr>
          <a:srgbClr val="C00000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Clr>
          <a:srgbClr val="C00000"/>
        </a:buClr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99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deed.hr" TargetMode="External"/><Relationship Id="rId2" Type="http://schemas.openxmlformats.org/officeDocument/2006/relationships/hyperlink" Target="http://www.srce.unizg.hr/politikaO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rce.unizg.hr/politikaO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AC58-F8E1-4DB3-A5B0-38EBDE13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3EA3E-FC57-4707-B795-8EA705DBB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4824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Upute za korištenje predloška CC BY-SA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2800" indent="-172800">
              <a:spcBef>
                <a:spcPts val="750"/>
              </a:spcBef>
            </a:pPr>
            <a:r>
              <a:rPr lang="hr-HR" dirty="0"/>
              <a:t>Izvadak iz Politike otvorenog pristupa (</a:t>
            </a:r>
            <a:r>
              <a:rPr lang="hr-HR" dirty="0">
                <a:hlinkClick r:id="rId2"/>
              </a:rPr>
              <a:t>http://www.srce.unizg.hr/politikaOP</a:t>
            </a:r>
            <a:r>
              <a:rPr lang="hr-HR" dirty="0"/>
              <a:t>) </a:t>
            </a:r>
          </a:p>
          <a:p>
            <a:pPr marL="514800" lvl="1" indent="-172800">
              <a:spcBef>
                <a:spcPts val="375"/>
              </a:spcBef>
            </a:pPr>
            <a:r>
              <a:rPr lang="hr-HR" dirty="0"/>
              <a:t>Članak 7.</a:t>
            </a:r>
          </a:p>
          <a:p>
            <a:pPr marL="856800" lvl="2" indent="-172800">
              <a:spcBef>
                <a:spcPts val="375"/>
              </a:spcBef>
            </a:pPr>
            <a:r>
              <a:rPr lang="hr-HR" dirty="0"/>
              <a:t>Za otvoreni pristup obrazovnim sadržajima Srce u pravilu koristi zadnju dostupnu verziju licencije Creative </a:t>
            </a:r>
            <a:r>
              <a:rPr lang="hr-HR" dirty="0" err="1"/>
              <a:t>Commons</a:t>
            </a:r>
            <a:r>
              <a:rPr lang="hr-HR" dirty="0"/>
              <a:t> </a:t>
            </a:r>
            <a:r>
              <a:rPr lang="hr-HR" i="1" dirty="0"/>
              <a:t>Imenovanje-Dijeli pod istim uvjetima</a:t>
            </a:r>
            <a:r>
              <a:rPr lang="hr-HR" dirty="0"/>
              <a:t> (CC BY-SA), dostupnu na </a:t>
            </a:r>
            <a:r>
              <a:rPr lang="hr-HR" u="sng" dirty="0">
                <a:hlinkClick r:id="rId3"/>
              </a:rPr>
              <a:t>https://creativecommons.org/licenses/by-sa/4.0/deed.hr</a:t>
            </a:r>
            <a:r>
              <a:rPr lang="hr-HR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EA35F-DAFC-4C95-B5B6-77B888F3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 dirty="0"/>
              <a:t>DATUM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40B8D-301F-4F5F-B82D-8A419598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 dirty="0"/>
              <a:t>NAZIV DOGAĐANJA</a:t>
            </a:r>
          </a:p>
        </p:txBody>
      </p:sp>
    </p:spTree>
    <p:extLst>
      <p:ext uri="{BB962C8B-B14F-4D97-AF65-F5344CB8AC3E}">
        <p14:creationId xmlns:p14="http://schemas.microsoft.com/office/powerpoint/2010/main" val="226033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7" name="Dijagram 6">
            <a:extLst>
              <a:ext uri="{FF2B5EF4-FFF2-40B4-BE49-F238E27FC236}">
                <a16:creationId xmlns:a16="http://schemas.microsoft.com/office/drawing/2014/main" id="{772EC244-17D9-0098-4DA0-C7A2D3DA9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396390"/>
              </p:ext>
            </p:extLst>
          </p:nvPr>
        </p:nvGraphicFramePr>
        <p:xfrm>
          <a:off x="1143000" y="2739849"/>
          <a:ext cx="6858000" cy="1241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E98DC-9482-4EEE-814F-8AE56312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751E2-022F-42D9-B3B3-3AA96561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2174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Upute za korištenje predloška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2800" indent="-172800">
              <a:spcBef>
                <a:spcPts val="750"/>
              </a:spcBef>
            </a:pPr>
            <a:r>
              <a:rPr lang="hr-HR" dirty="0">
                <a:solidFill>
                  <a:srgbClr val="D2072A"/>
                </a:solidFill>
              </a:rPr>
              <a:t>Crvena boja </a:t>
            </a:r>
            <a:r>
              <a:rPr lang="hr-HR" dirty="0"/>
              <a:t>ima RGB vrijednost 215 22 53</a:t>
            </a:r>
          </a:p>
          <a:p>
            <a:pPr marL="172800" indent="-172800">
              <a:spcBef>
                <a:spcPts val="750"/>
              </a:spcBef>
            </a:pPr>
            <a:r>
              <a:rPr lang="hr-HR" dirty="0"/>
              <a:t>Linkovi moraju biti crvene boje</a:t>
            </a:r>
          </a:p>
          <a:p>
            <a:pPr marL="172800" indent="-172800">
              <a:spcBef>
                <a:spcPts val="750"/>
              </a:spcBef>
            </a:pPr>
            <a:r>
              <a:rPr lang="hr-HR" dirty="0"/>
              <a:t>Politika otvorenog pristupa dostupna je na </a:t>
            </a:r>
            <a:r>
              <a:rPr lang="hr-HR" dirty="0">
                <a:hlinkClick r:id="rId2"/>
              </a:rPr>
              <a:t>www.srce.unizg.hr/politikaOP</a:t>
            </a:r>
            <a:r>
              <a:rPr lang="hr-HR" dirty="0"/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075D0-CD19-4541-816D-F4096372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16E7B-2585-4A89-905C-7450FE50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4797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750"/>
              </a:spcBef>
            </a:pPr>
            <a:endParaRPr lang="hr-H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A8C63-CE3C-466B-B8BD-85D8A599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r-HR"/>
              <a:t>DATUM</a:t>
            </a:r>
            <a:endParaRPr lang="hr-H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2D7C6-49BD-4CEB-8205-777BA6B5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NAZIV DOGAĐANJA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18549054"/>
      </p:ext>
    </p:extLst>
  </p:cSld>
  <p:clrMapOvr>
    <a:masterClrMapping/>
  </p:clrMapOvr>
</p:sld>
</file>

<file path=ppt/theme/theme1.xml><?xml version="1.0" encoding="utf-8"?>
<a:theme xmlns:a="http://schemas.openxmlformats.org/drawingml/2006/main" name="Srce - 4x3">
  <a:themeElements>
    <a:clrScheme name="Srce boje">
      <a:dk1>
        <a:srgbClr val="0C0C0C"/>
      </a:dk1>
      <a:lt1>
        <a:srgbClr val="FFFFFF"/>
      </a:lt1>
      <a:dk2>
        <a:srgbClr val="0C0C0C"/>
      </a:dk2>
      <a:lt2>
        <a:srgbClr val="FFFFFF"/>
      </a:lt2>
      <a:accent1>
        <a:srgbClr val="D71635"/>
      </a:accent1>
      <a:accent2>
        <a:srgbClr val="E39717"/>
      </a:accent2>
      <a:accent3>
        <a:srgbClr val="0095DA"/>
      </a:accent3>
      <a:accent4>
        <a:srgbClr val="80C342"/>
      </a:accent4>
      <a:accent5>
        <a:srgbClr val="00AB4E"/>
      </a:accent5>
      <a:accent6>
        <a:srgbClr val="B04C46"/>
      </a:accent6>
      <a:hlink>
        <a:srgbClr val="D71635"/>
      </a:hlink>
      <a:folHlink>
        <a:srgbClr val="D71635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rce_predlozak_4x3_20140902.potx" id="{271BFEB2-BF80-474C-8328-443E9CEEB75F}" vid="{068A2726-5DBF-4082-8E36-290FF330AE25}"/>
    </a:ext>
  </a:extLst>
</a:theme>
</file>

<file path=ppt/theme/theme2.xml><?xml version="1.0" encoding="utf-8"?>
<a:theme xmlns:a="http://schemas.openxmlformats.org/drawingml/2006/main" name="Custom Design">
  <a:themeElements>
    <a:clrScheme name="Srce boje">
      <a:dk1>
        <a:srgbClr val="0C0C0C"/>
      </a:dk1>
      <a:lt1>
        <a:srgbClr val="FFFFFF"/>
      </a:lt1>
      <a:dk2>
        <a:srgbClr val="0C0C0C"/>
      </a:dk2>
      <a:lt2>
        <a:srgbClr val="FFFFFF"/>
      </a:lt2>
      <a:accent1>
        <a:srgbClr val="D71635"/>
      </a:accent1>
      <a:accent2>
        <a:srgbClr val="E39717"/>
      </a:accent2>
      <a:accent3>
        <a:srgbClr val="0095DA"/>
      </a:accent3>
      <a:accent4>
        <a:srgbClr val="80C342"/>
      </a:accent4>
      <a:accent5>
        <a:srgbClr val="00AB4E"/>
      </a:accent5>
      <a:accent6>
        <a:srgbClr val="B04C46"/>
      </a:accent6>
      <a:hlink>
        <a:srgbClr val="D71635"/>
      </a:hlink>
      <a:folHlink>
        <a:srgbClr val="D71635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119</Words>
  <Application>Microsoft Office PowerPoint</Application>
  <PresentationFormat>On-screen Show (16:9)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Srce - 4x3</vt:lpstr>
      <vt:lpstr>Custom Design</vt:lpstr>
      <vt:lpstr>PowerPoint Presentation</vt:lpstr>
      <vt:lpstr>Upute za korištenje predloška CC BY-SA</vt:lpstr>
      <vt:lpstr>PowerPoint Presentation</vt:lpstr>
      <vt:lpstr>Upute za korištenje predloška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Kruno Golubić</dc:creator>
  <cp:lastModifiedBy>Amira Zubović</cp:lastModifiedBy>
  <cp:revision>52</cp:revision>
  <cp:lastPrinted>2014-06-24T07:01:20Z</cp:lastPrinted>
  <dcterms:created xsi:type="dcterms:W3CDTF">2014-09-19T07:16:42Z</dcterms:created>
  <dcterms:modified xsi:type="dcterms:W3CDTF">2023-09-06T13:45:18Z</dcterms:modified>
</cp:coreProperties>
</file>